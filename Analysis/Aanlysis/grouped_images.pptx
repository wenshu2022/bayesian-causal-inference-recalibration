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02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2954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2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2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4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4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5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5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5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5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5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6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6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6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6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6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7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7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7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7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7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8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8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8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8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8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0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0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0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0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0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1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1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1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1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1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2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2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2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2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2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3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3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3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3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3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5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5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5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5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5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6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6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6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6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6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7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7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7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7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7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8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8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8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8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8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9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9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19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9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9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21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1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21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1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1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24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4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24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4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4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25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5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25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5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5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26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6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26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6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6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29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9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29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9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9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0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0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0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0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0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1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1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1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1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1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2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2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2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2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2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4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4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4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4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4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5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5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5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5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5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6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6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6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6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6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7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7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7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7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7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8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8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8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8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8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9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9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39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9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9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41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1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41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1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1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43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3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43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3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3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44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4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44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4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4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45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5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sub_45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5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5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Wenshu Lou</cp:lastModifiedBy>
  <cp:revision>2</cp:revision>
  <dcterms:created xsi:type="dcterms:W3CDTF">2013-01-27T09:14:16Z</dcterms:created>
  <dcterms:modified xsi:type="dcterms:W3CDTF">2024-03-17T20:30:27Z</dcterms:modified>
  <cp:category/>
</cp:coreProperties>
</file>