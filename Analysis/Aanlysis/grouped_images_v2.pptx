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6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7.png"/><Relationship Id="rId3" Type="http://schemas.openxmlformats.org/officeDocument/2006/relationships/image" Target="../media/image13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3.png"/><Relationship Id="rId3" Type="http://schemas.openxmlformats.org/officeDocument/2006/relationships/image" Target="../media/image15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1.png"/><Relationship Id="rId3" Type="http://schemas.openxmlformats.org/officeDocument/2006/relationships/image" Target="../media/image16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Relationship Id="rId4" Type="http://schemas.openxmlformats.org/officeDocument/2006/relationships/image" Target="../media/image18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7.png"/><Relationship Id="rId3" Type="http://schemas.openxmlformats.org/officeDocument/2006/relationships/image" Target="../media/image188.png"/><Relationship Id="rId4" Type="http://schemas.openxmlformats.org/officeDocument/2006/relationships/image" Target="../media/image18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0.png"/><Relationship Id="rId3" Type="http://schemas.openxmlformats.org/officeDocument/2006/relationships/image" Target="../media/image191.png"/><Relationship Id="rId4" Type="http://schemas.openxmlformats.org/officeDocument/2006/relationships/image" Target="../media/image19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3.png"/><Relationship Id="rId3" Type="http://schemas.openxmlformats.org/officeDocument/2006/relationships/image" Target="../media/image194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5.png"/><Relationship Id="rId3" Type="http://schemas.openxmlformats.org/officeDocument/2006/relationships/image" Target="../media/image196.png"/><Relationship Id="rId4" Type="http://schemas.openxmlformats.org/officeDocument/2006/relationships/image" Target="../media/image19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8.png"/><Relationship Id="rId3" Type="http://schemas.openxmlformats.org/officeDocument/2006/relationships/image" Target="../media/image199.png"/><Relationship Id="rId4" Type="http://schemas.openxmlformats.org/officeDocument/2006/relationships/image" Target="../media/image20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3.png"/><Relationship Id="rId3" Type="http://schemas.openxmlformats.org/officeDocument/2006/relationships/image" Target="../media/image204.png"/><Relationship Id="rId4" Type="http://schemas.openxmlformats.org/officeDocument/2006/relationships/image" Target="../media/image205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6.png"/><Relationship Id="rId3" Type="http://schemas.openxmlformats.org/officeDocument/2006/relationships/image" Target="../media/image207.png"/><Relationship Id="rId4" Type="http://schemas.openxmlformats.org/officeDocument/2006/relationships/image" Target="../media/image20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9.png"/><Relationship Id="rId3" Type="http://schemas.openxmlformats.org/officeDocument/2006/relationships/image" Target="../media/image21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9.png"/><Relationship Id="rId3" Type="http://schemas.openxmlformats.org/officeDocument/2006/relationships/image" Target="../media/image220.png"/><Relationship Id="rId4" Type="http://schemas.openxmlformats.org/officeDocument/2006/relationships/image" Target="../media/image22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Relationship Id="rId4" Type="http://schemas.openxmlformats.org/officeDocument/2006/relationships/image" Target="../media/image23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3.png"/><Relationship Id="rId3" Type="http://schemas.openxmlformats.org/officeDocument/2006/relationships/image" Target="../media/image23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8.png"/><Relationship Id="rId3" Type="http://schemas.openxmlformats.org/officeDocument/2006/relationships/image" Target="../media/image239.png"/><Relationship Id="rId4" Type="http://schemas.openxmlformats.org/officeDocument/2006/relationships/image" Target="../media/image24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1.png"/><Relationship Id="rId3" Type="http://schemas.openxmlformats.org/officeDocument/2006/relationships/image" Target="../media/image24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2.png"/><Relationship Id="rId3" Type="http://schemas.openxmlformats.org/officeDocument/2006/relationships/image" Target="../media/image263.png"/><Relationship Id="rId4" Type="http://schemas.openxmlformats.org/officeDocument/2006/relationships/image" Target="../media/image26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5.png"/><Relationship Id="rId3" Type="http://schemas.openxmlformats.org/officeDocument/2006/relationships/image" Target="../media/image26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0.png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3.png"/><Relationship Id="rId3" Type="http://schemas.openxmlformats.org/officeDocument/2006/relationships/image" Target="../media/image274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5.png"/><Relationship Id="rId3" Type="http://schemas.openxmlformats.org/officeDocument/2006/relationships/image" Target="../media/image276.png"/><Relationship Id="rId4" Type="http://schemas.openxmlformats.org/officeDocument/2006/relationships/image" Target="../media/image27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5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5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5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6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6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6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7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7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7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8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8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8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0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0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0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0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0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0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0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0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1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1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1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2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2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2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3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3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3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5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5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5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6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6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6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7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7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7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8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8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8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19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19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19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1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1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1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4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4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4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5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5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5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6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6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6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29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29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29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0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0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0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0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0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0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0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0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1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1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1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2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2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2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2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2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2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2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2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4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4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4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5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5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5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6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6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6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6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6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6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6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6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7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7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7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7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7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7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7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7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8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8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8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8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8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8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8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8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9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9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9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9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9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39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39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39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1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1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1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1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1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1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1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1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3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3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3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3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3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3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3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3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4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4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4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4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4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4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4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4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5_com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5_com_con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5_AV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5_VA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5_V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ub_45_VAE_com_dis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3657600"/>
          </a:xfrm>
          <a:prstGeom prst="rect">
            <a:avLst/>
          </a:prstGeom>
        </p:spPr>
      </p:pic>
      <p:pic>
        <p:nvPicPr>
          <p:cNvPr id="4" name="Picture 3" descr="sub_45_VAE_com_dis_rec_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486400" cy="3657600"/>
          </a:xfrm>
          <a:prstGeom prst="rect">
            <a:avLst/>
          </a:prstGeom>
        </p:spPr>
      </p:pic>
      <p:pic>
        <p:nvPicPr>
          <p:cNvPr id="5" name="Picture 4" descr="sub_45_VAE_com_d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